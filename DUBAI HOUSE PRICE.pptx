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64f95a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64f95a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DUBAI HOUSE PRICE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Powerbi Dashboard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Insights pdf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